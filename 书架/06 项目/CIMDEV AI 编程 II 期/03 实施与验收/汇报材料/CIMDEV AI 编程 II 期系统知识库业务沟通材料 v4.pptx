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aa5eaccc80447f" /><Relationship Type="http://schemas.openxmlformats.org/officeDocument/2006/relationships/extended-properties" Target="/docProps/app.xml" Id="R66af388ebad648a8" /><Relationship Type="http://schemas.openxmlformats.org/officeDocument/2006/relationships/officeDocument" Target="/ppt/presentation.xml" Id="R26a8face37d349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ba9c54bdab4afd"/>
  </p:sldMasterIdLst>
  <p:notesMasterIdLst>
    <p:notesMasterId xmlns:r="http://schemas.openxmlformats.org/officeDocument/2006/relationships" r:id="R1863c80707264a13"/>
  </p:notesMasterIdLst>
  <p:sldIdLst>
    <p:sldId xmlns:r="http://schemas.openxmlformats.org/officeDocument/2006/relationships" id="256" r:id="R2c6e037ec32448f3"/>
    <p:sldId xmlns:r="http://schemas.openxmlformats.org/officeDocument/2006/relationships" id="257" r:id="R9ae7bca83cf74c65"/>
    <p:sldId xmlns:r="http://schemas.openxmlformats.org/officeDocument/2006/relationships" id="258" r:id="Rae33224ba5f041d2"/>
    <p:sldId xmlns:r="http://schemas.openxmlformats.org/officeDocument/2006/relationships" id="259" r:id="R3b6aedf1824a4afc"/>
    <p:sldId xmlns:r="http://schemas.openxmlformats.org/officeDocument/2006/relationships" id="260" r:id="R7c0fc21bcc64494a"/>
    <p:sldId xmlns:r="http://schemas.openxmlformats.org/officeDocument/2006/relationships" id="261" r:id="R21d2e99f424b4a99"/>
    <p:sldId xmlns:r="http://schemas.openxmlformats.org/officeDocument/2006/relationships" id="262" r:id="R70a7d82a41ed4f6b"/>
    <p:sldId xmlns:r="http://schemas.openxmlformats.org/officeDocument/2006/relationships" id="263" r:id="R4938a206a41d4715"/>
    <p:sldId xmlns:r="http://schemas.openxmlformats.org/officeDocument/2006/relationships" id="264" r:id="R09dfaf9fd89b4ebf"/>
    <p:sldId xmlns:r="http://schemas.openxmlformats.org/officeDocument/2006/relationships" id="265" r:id="R0b5867dcabc746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d5eea397f040d3" /><Relationship Type="http://schemas.openxmlformats.org/officeDocument/2006/relationships/slideMaster" Target="/ppt/slideMasters/slideMaster1.xml" Id="Redba9c54bdab4afd" /><Relationship Type="http://schemas.openxmlformats.org/officeDocument/2006/relationships/notesMaster" Target="/ppt/notesMasters/notesMaster1.xml" Id="R1863c80707264a13" /><Relationship Type="http://schemas.openxmlformats.org/officeDocument/2006/relationships/presProps" Target="/ppt/presProps.xml" Id="R3ff397a1e1a14951" /><Relationship Type="http://schemas.openxmlformats.org/officeDocument/2006/relationships/tableStyles" Target="/ppt/tableStyles.xml" Id="Rf7927e3562794c4c" /><Relationship Type="http://schemas.openxmlformats.org/officeDocument/2006/relationships/slide" Target="/ppt/slides/slide1.xml" Id="R2c6e037ec32448f3" /><Relationship Type="http://schemas.openxmlformats.org/officeDocument/2006/relationships/slide" Target="/ppt/slides/slide2.xml" Id="R9ae7bca83cf74c65" /><Relationship Type="http://schemas.openxmlformats.org/officeDocument/2006/relationships/slide" Target="/ppt/slides/slide3.xml" Id="Rae33224ba5f041d2" /><Relationship Type="http://schemas.openxmlformats.org/officeDocument/2006/relationships/slide" Target="/ppt/slides/slide4.xml" Id="R3b6aedf1824a4afc" /><Relationship Type="http://schemas.openxmlformats.org/officeDocument/2006/relationships/slide" Target="/ppt/slides/slide5.xml" Id="R7c0fc21bcc64494a" /><Relationship Type="http://schemas.openxmlformats.org/officeDocument/2006/relationships/slide" Target="/ppt/slides/slide6.xml" Id="R21d2e99f424b4a99" /><Relationship Type="http://schemas.openxmlformats.org/officeDocument/2006/relationships/slide" Target="/ppt/slides/slide7.xml" Id="R70a7d82a41ed4f6b" /><Relationship Type="http://schemas.openxmlformats.org/officeDocument/2006/relationships/slide" Target="/ppt/slides/slide8.xml" Id="R4938a206a41d4715" /><Relationship Type="http://schemas.openxmlformats.org/officeDocument/2006/relationships/slide" Target="/ppt/slides/slide9.xml" Id="R09dfaf9fd89b4ebf" /><Relationship Type="http://schemas.openxmlformats.org/officeDocument/2006/relationships/slide" Target="/ppt/slides/slide10.xml" Id="R0b5867dcabc746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4dda2729df44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bfc65bae844d8e" /><Relationship Type="http://schemas.openxmlformats.org/officeDocument/2006/relationships/notesMaster" Target="/ppt/notesMasters/notesMaster1.xml" Id="R12e3943e86d649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84441c06184d44" /><Relationship Type="http://schemas.openxmlformats.org/officeDocument/2006/relationships/notesMaster" Target="/ppt/notesMasters/notesMaster1.xml" Id="Re26320c3c14941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ccfd13f6bf4e1d" /><Relationship Type="http://schemas.openxmlformats.org/officeDocument/2006/relationships/notesMaster" Target="/ppt/notesMasters/notesMaster1.xml" Id="R8e41af50148347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d4dd60029a4c2e" /><Relationship Type="http://schemas.openxmlformats.org/officeDocument/2006/relationships/notesMaster" Target="/ppt/notesMasters/notesMaster1.xml" Id="Rbf8c884f37de42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18c6f91d9e4a5c" /><Relationship Type="http://schemas.openxmlformats.org/officeDocument/2006/relationships/notesMaster" Target="/ppt/notesMasters/notesMaster1.xml" Id="R5a2851bff6794a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ed8bce69d44c7e" /><Relationship Type="http://schemas.openxmlformats.org/officeDocument/2006/relationships/notesMaster" Target="/ppt/notesMasters/notesMaster1.xml" Id="Rca6cf5ddc55f41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d97e0b78194732" /><Relationship Type="http://schemas.openxmlformats.org/officeDocument/2006/relationships/notesMaster" Target="/ppt/notesMasters/notesMaster1.xml" Id="R300966393bdd4f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1ea3d89f1b4049" /><Relationship Type="http://schemas.openxmlformats.org/officeDocument/2006/relationships/notesMaster" Target="/ppt/notesMasters/notesMaster1.xml" Id="Rcef669a10b0947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d3df4f3de14285" /><Relationship Type="http://schemas.openxmlformats.org/officeDocument/2006/relationships/notesMaster" Target="/ppt/notesMasters/notesMaster1.xml" Id="Ra9964647682047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a3165cb87746e7" /><Relationship Type="http://schemas.openxmlformats.org/officeDocument/2006/relationships/notesMaster" Target="/ppt/notesMasters/notesMaster1.xml" Id="Rea8f27c490604a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开场只讲一个结论：我们不是再造知识库，也不是只给Review加一个搜索框。我们先选择一个项目，把Workspace知识贯穿需求到交付的完整流程。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CIMDEV AI 编程 II 期系统知识库可执行方案 v4</a:t>
            </a:r>
          </a:p>
          <a:p xmlns:a="http://schemas.openxmlformats.org/drawingml/2006/main">
            <a:r>
              <a:t>- cx-aicode旧版本源码核验记录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向业务解释时不要从RAG、Top-K、MCP开始。先讲业务结果：AI不再只懂通用代码，而是能遵守本系统的规则。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CIMDEV AI 编程 II 期项目规划书</a:t>
            </a:r>
          </a:p>
          <a:p xmlns:a="http://schemas.openxmlformats.org/drawingml/2006/main">
            <a:r>
              <a:t>- Workspace知识问答友好文档格式指南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这页是业务介绍的核心架构。Workspace是知识中枢；cx-aicode原有流程保留；主代理在合适阶段查询；只读reviewer继续保持安全边界。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CIMDEV AI 编程 II 期系统知识库可执行方案 v4</a:t>
            </a:r>
          </a:p>
          <a:p xmlns:a="http://schemas.openxmlformats.org/drawingml/2006/main">
            <a:r>
              <a:t>- C:\works\cx-aicode\skills\process\cx-codereview\SKILL.md</a:t>
            </a:r>
          </a:p>
          <a:p xmlns:a="http://schemas.openxmlformats.org/drawingml/2006/main">
            <a:r>
              <a:t>- C:\works\cx-aicode\agents\cx-code-reviewer.md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纠正可能的误解：之前详细讲Review只是因为源码接入点最明确，不代表业务只做Review。分批的是系统数量，不是流程能力。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单项目系统知识库完整流程验证实施方案</a:t>
            </a:r>
          </a:p>
          <a:p xmlns:a="http://schemas.openxmlformats.org/drawingml/2006/main">
            <a:r>
              <a:t>- cx-aicode与Workspace代码实施方案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实现难点按业务语言讲四类：知识治理、阶段查询、系统集成、效果评测。不要把API字段当成最大难点。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CIMDEV AI 编程 II 期系统知识库可执行方案 v4</a:t>
            </a:r>
          </a:p>
          <a:p xmlns:a="http://schemas.openxmlformats.org/drawingml/2006/main">
            <a:r>
              <a:t>- cx-aicode旧版本源码核验记录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这页帮助控制预期。业务架构已经确定；真实API和最新版代码只是实施映射，不再推翻整体方向。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CIMDEV AI 编程 II 期系统知识库可执行方案 v4</a:t>
            </a:r>
          </a:p>
          <a:p xmlns:a="http://schemas.openxmlformats.org/drawingml/2006/main">
            <a:r>
              <a:t>- 用户提供的Workspace开放平台和RAG工作流材料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路线不承诺固定大周期。先完成一个项目的完整闭环，用真实工作量再估算其余15个系统。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cx-aicode与Workspace代码实施方案</a:t>
            </a:r>
          </a:p>
          <a:p xmlns:a="http://schemas.openxmlformats.org/drawingml/2006/main">
            <a:r>
              <a:t>- 单项目系统知识库完整流程验证实施方案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如果会议时间有限，就用这页推动决定。没有项目、责任人、API和最新版代码，技术团队无法进入真实实施。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CIMDEV AI 编程 II 期系统知识库可执行方案 v4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这一页可以基本照读。业务对象关心维护成本、责任、效果和推广，不需要先理解技术名词。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CIMDEV AI 编程 II 期系统知识库可执行方案 v4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收尾时把讨论拉回到责任人与下一步，不在会议上陷入未提供的API字段细节。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单项目系统知识库完整流程验证实施方案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30f5378c244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aeeeb151a0452c" /><Relationship Type="http://schemas.openxmlformats.org/officeDocument/2006/relationships/slideLayout" Target="/ppt/slideLayouts/slideLayout1.xml" Id="R25c1821cdc8543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c1821cdc8543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30a5df4c54841" /><Relationship Type="http://schemas.openxmlformats.org/officeDocument/2006/relationships/notesSlide" Target="/ppt/notesSlides/notesSlide1.xml" Id="R47c2a8e27fd34c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0bfb8191f4e48" /><Relationship Type="http://schemas.openxmlformats.org/officeDocument/2006/relationships/notesSlide" Target="/ppt/notesSlides/notesSlide2.xml" Id="Ra2c8b837f8564e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5a243b199490a" /><Relationship Type="http://schemas.openxmlformats.org/officeDocument/2006/relationships/notesSlide" Target="/ppt/notesSlides/notesSlide3.xml" Id="R06252e92c6d44a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798174a1047d2" /><Relationship Type="http://schemas.openxmlformats.org/officeDocument/2006/relationships/notesSlide" Target="/ppt/notesSlides/notesSlide4.xml" Id="R52097567b56345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d7ba21bba43cf" /><Relationship Type="http://schemas.openxmlformats.org/officeDocument/2006/relationships/notesSlide" Target="/ppt/notesSlides/notesSlide5.xml" Id="R2e30e28e73b041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1e58e546a4094" /><Relationship Type="http://schemas.openxmlformats.org/officeDocument/2006/relationships/notesSlide" Target="/ppt/notesSlides/notesSlide6.xml" Id="R3e9edab2533b45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bfbc97a214e5c" /><Relationship Type="http://schemas.openxmlformats.org/officeDocument/2006/relationships/notesSlide" Target="/ppt/notesSlides/notesSlide7.xml" Id="R19036045f99243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12563dd4e4bd8" /><Relationship Type="http://schemas.openxmlformats.org/officeDocument/2006/relationships/notesSlide" Target="/ppt/notesSlides/notesSlide8.xml" Id="R3a31331f0e3c49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b1e2ae6234c65" /><Relationship Type="http://schemas.openxmlformats.org/officeDocument/2006/relationships/notesSlide" Target="/ppt/notesSlides/notesSlide9.xml" Id="Re6a7069945164b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58d393c974b85" /><Relationship Type="http://schemas.openxmlformats.org/officeDocument/2006/relationships/notesSlide" Target="/ppt/notesSlides/notesSlide10.xml" Id="Radfa20c8fc0e48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86C56-42D4-43A8-BAE8-9C875767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CIMDEV AI 编程 II 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25CFF-5FD9-48DB-A610-66A49E0D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876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系统知识库：</a:t>
            </a:r>
          </a:p>
          <a:p xmlns:a="http://schemas.openxmlformats.org/drawingml/2006/main">
            <a:pPr algn="l">
              <a:defRPr sz="4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明天怎么讲、接下来怎么做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57200" y="390525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CCC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1CAF1-3477-4358-B817-3D8FB971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一个项目先行 · 业务全流程接入 · Workspace作为正式知识源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67D68-56F8-41D5-8BED-8262867F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方案版本 v4｜业务沟通材料</a:t>
            </a:r>
          </a:p>
        </p:txBody>
      </p:sp>
    </p:spTree>
    <p:extLst>
      <p:ext uri="{BB962C8B-B14F-4D97-AF65-F5344CB8AC3E}">
        <p14:creationId xmlns:p14="http://schemas.microsoft.com/office/powerpoint/2010/main" val="18290530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DA81A-928E-4F0A-AD20-0840FA1B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客户真正要的不是“上传14类文档”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4EF3A-EE3A-4AE1-A268-46F43DB6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490D8-75C3-4F64-B3CA-9623885C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客户要的是：AI做每一步工作时，都能知道这个系统真实的业务规则和技术约束。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57200" y="2457450"/>
            <a:ext cx="1076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D4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7B999-B13E-418A-A68D-D488DEA9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知识建设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705C0-B2BB-4817-B534-26DCDA75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把术语、流程、状态机、接口、数据和历史错误整理成可信、带版本的系统知识。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9DC43-EFB0-4CA6-A7BD-C0FD8DE9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流程赋能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17B39-FE63-4B7C-A82E-14E58447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5048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让cx-aicode在需求、设计、实现、Review、测试和收尾阶段按需使用同一套正式知识。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C25CD-4997-4FCE-B394-56122566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076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AFFFB"/>
          </a:solidFill>
          <a:ln xmlns:a="http://schemas.openxmlformats.org/drawingml/2006/main" w="9525">
            <a:solidFill>
              <a:srgbClr val="64CC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1AEA4-00DE-4209-8EF0-996DCB8C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验收看AI是否更懂业务、少返工、少犯错，不看Workspace里有多少空目录。</a:t>
            </a:r>
          </a:p>
        </p:txBody>
      </p:sp>
    </p:spTree>
    <p:extLst>
      <p:ext uri="{BB962C8B-B14F-4D97-AF65-F5344CB8AC3E}">
        <p14:creationId xmlns:p14="http://schemas.microsoft.com/office/powerpoint/2010/main" val="1725891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1FA5F-2A97-4A8B-9F12-5AF65396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Workspace管知识，cx-aicode管做事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EA06C-A4D6-46A1-AB13-34CEDF51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2419350" y="3381375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B87"/>
            </a:solidFill>
            <a:prstDash val="solid"/>
          </a:ln>
        </p:spPr>
      </p:cxnSp>
      <p:cxnSp>
        <p:nvCxnSpPr>
          <p:cNvPr id="20" name=""/>
          <p:cNvCxnSpPr/>
          <p:nvPr/>
        </p:nvCxnSpPr>
        <p:spPr>
          <a:xfrm xmlns:a="http://schemas.openxmlformats.org/drawingml/2006/main">
            <a:off x="5715000" y="3381375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B87"/>
            </a:solidFill>
            <a:prstDash val="solid"/>
          </a:ln>
        </p:spPr>
      </p:cxnSp>
      <p:cxnSp>
        <p:nvCxnSpPr>
          <p:cNvPr id="21" name=""/>
          <p:cNvCxnSpPr/>
          <p:nvPr/>
        </p:nvCxnSpPr>
        <p:spPr>
          <a:xfrm xmlns:a="http://schemas.openxmlformats.org/drawingml/2006/main">
            <a:off x="9010650" y="3381375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B8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DA34D-5580-479B-9980-705AB601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19621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AFFFB"/>
          </a:solidFill>
          <a:ln xmlns:a="http://schemas.openxmlformats.org/drawingml/2006/main" w="9525">
            <a:solidFill>
              <a:srgbClr val="64CC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EDE6E-6FA6-4932-8401-54560008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504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业务资料</a:t>
            </a:r>
          </a:p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专家规则</a:t>
            </a:r>
          </a:p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历史经验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EFF92-4873-4588-AE4C-47198F05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20764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3C32D-D2DD-46C0-9EF3-81490B58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1543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Workspace</a:t>
            </a:r>
          </a:p>
          <a:p xmlns:a="http://schemas.openxmlformats.org/drawingml/2006/main">
            <a:pPr algn="ctr">
              <a:defRPr sz="20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正式知识源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2B025-B75E-4513-B936-56474265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20764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E840E-1610-4098-A4C4-5666B2F8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527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OpenCode主代理</a:t>
            </a:r>
          </a:p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按流程查询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C8058-CA63-4D4A-A3B9-6515A95A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71750"/>
            <a:ext cx="1504950" cy="1619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C7D4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B16B4-93CC-4928-880F-69E14311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0"/>
            <a:ext cx="1200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cx-aicode</a:t>
            </a:r>
          </a:p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完整流程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F71AD-CA2B-4030-979E-6B9FDE02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不接管工作流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541AE-CF85-46CC-8286-BBC24575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720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不让只读Agent联网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FDC41-EC56-47F3-B55E-F3391DB1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720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不改成另一套平台</a:t>
            </a:r>
          </a:p>
        </p:txBody>
      </p:sp>
    </p:spTree>
    <p:extLst>
      <p:ext uri="{BB962C8B-B14F-4D97-AF65-F5344CB8AC3E}">
        <p14:creationId xmlns:p14="http://schemas.microsoft.com/office/powerpoint/2010/main" val="656199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46ACF8-24DE-48E8-8625-69918CAA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一个项目先行，但业务流程必须完整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AB687-BBFD-4A7E-A64D-76CD478E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1981200" y="2533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CCC5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3867150" y="2533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CCC5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5753100" y="2533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CCC5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7639050" y="2533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CCC5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9525000" y="2533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4CCC5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E90CE-C50C-4C61-98B7-E5D933E5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AFFFB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C73DE-2906-4644-8949-5582F52D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0269A-3F1D-40B9-9F82-C832711E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7170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64F0E-2463-4A2D-9DC2-82EE0122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4790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99CA7-4B93-44FF-9062-C582C806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E5E63-40CA-4FC0-9125-B00770F2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任务与实现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7DAB1-A9B0-4E6D-AFD7-F9DA8EE4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3A882-B6D0-4AFD-9388-3DBD1FB4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Code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3CFCF-A78A-4E64-8CFF-828C60F5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FF228-0F75-4DF5-87F1-8C3AF719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C4433-EB50-4758-A564-D520E8B6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AFFFB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9D9BE-84DE-4590-B3A3-C7453839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4790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交付收尾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1E7C1-0BBB-475D-B9DE-40E47061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术语、边界</a:t>
            </a:r>
          </a:p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流程、状态机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7DE19-8ADD-4BD3-B9FD-316894C1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62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架构、API</a:t>
            </a:r>
          </a:p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数据、技术债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E4C9D-90BE-42C0-A2BD-5FB5D018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62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规范、约束</a:t>
            </a:r>
          </a:p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典型实现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6262BB-9E3E-4D2A-96CB-7E119346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62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业务规则</a:t>
            </a:r>
          </a:p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历史错误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CA3A9E-7A2A-49DB-A523-35E5D332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验收条件</a:t>
            </a:r>
          </a:p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异常场景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742F49-73E2-4084-92FB-65614F6D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62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文档影响</a:t>
            </a:r>
          </a:p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知识反馈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0DA931-5B38-4F18-BA1E-DD73BDF1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10953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C7D4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B083AC-9A95-4F0F-87EC-A60616E6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工程上可以分步骤开发；业务上任何一个阶段缺失，都不能算试点交付完成。</a:t>
            </a:r>
          </a:p>
        </p:txBody>
      </p:sp>
    </p:spTree>
    <p:extLst>
      <p:ext uri="{BB962C8B-B14F-4D97-AF65-F5344CB8AC3E}">
        <p14:creationId xmlns:p14="http://schemas.microsoft.com/office/powerpoint/2010/main" val="6938116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FF288-D525-4868-A8DE-6CCCA2C5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真正难点不在“调一个接口”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1769B-1C47-48F6-B89F-7B6859CD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4493F-760A-4C5B-8E0F-3D5CFDE9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rPr>
              <a:t>01  知识可信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7EDA0-9A44-47B8-9182-46C9033F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668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谁确认业务事实？旧版本怎样退出检索？冲突知识谁裁决？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57200" y="2247900"/>
            <a:ext cx="1076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4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BB661-993A-44B1-B68D-C040811F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02  阶段问题构造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101F3-F2E3-4C4E-B40D-ABDC28B4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需求、设计、实现和测试问的问题不同，不能复用一句万能Prompt。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57200" y="3371850"/>
            <a:ext cx="1076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4D9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05E0E-1392-4225-8459-F9228A3F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03  工具接入边界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D167C-B397-4871-A9AE-32C4D9C4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主代理查询、只读reviewer消费；不能破坏现有门禁、权限和打包。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57200" y="4495800"/>
            <a:ext cx="1076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4D9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FD446-4FC0-40F5-8C26-91FC06DB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04  效果怎么证明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4820C-A9A9-448A-BF3D-22BFF889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387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既看每个阶段，也看端到端遗漏、返工、缺陷和周期。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57200" y="5619750"/>
            <a:ext cx="1076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4D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552347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11238-1643-4ACF-92DA-7F6F22EA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目前已确定什么，还缺什么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7DFF9-5449-4A86-96CA-E35BF4FB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89A77-4F94-488A-A674-E6D0C36A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8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A8D6D"/>
                </a:solidFill>
                <a:latin typeface="Microsoft YaHei"/>
                <a:ea typeface="Microsoft YaHei"/>
                <a:cs typeface="Microsoft YaHei"/>
              </a:rPr>
              <a:t>已确定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FDD59-423F-41BB-8F8E-ADDE229F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097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待Workspace与最新版确认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53306-542C-43F4-89BE-360F0350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✓  Workspace是正式知识源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4321C-59EC-4C15-9682-F72877F0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✓  一个项目必须覆盖完整流程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12F09-8A66-4E3B-B103-66783C47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✓  主代理调用，reviewer不联网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A7D2D-ABAA-4743-BF68-62BD6240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✓  统一工具与统一返回契约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36ADE-D0BC-4229-902C-961BE479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✓  失败可降级，不破坏原流程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00BD6-FFD9-4ACF-AD50-794D3DD3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○  Token获取与刷新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55BC8-1A10-49BC-9521-DF332624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432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○  问答APP真实URL和流式协议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0F787-7B1A-4FEC-BAB3-C797CE6B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○  来源、版本、错误码字段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9C7AF-E101-406C-806F-077E1E22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386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○  OpenCode工具/MCP注册方式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DF5A5-707B-48DB-8751-B2DBF6CD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○  最新版cx-aicode目录与契约差异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5857875" y="1428750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D4D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6904758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67EAC-C228-4BEC-8AD2-AE96E4BB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一个项目的实施路线：先知识，再工具，再全流程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B1CC9-2FCF-419D-BDAF-EBA541C6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1047750" y="3352800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B8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E2BEC-A688-49D2-A220-3480FF53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D97C7-8B4D-4D91-9527-DDED07CF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  准备知识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7535F-66B2-4E15-89D9-91BB6E3A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147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选项目和专家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整理正式知识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建立验证集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FC1FA-35BB-4B2F-9422-E7BD79D0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15719-77BA-4663-8FA6-7AA56E47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764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  打通工具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D4E67-0251-43A6-B469-539A7001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147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认证与问答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项目绑定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状态与降级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B5D22-A56F-422B-96E1-D11EEC24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FD73E-A757-4016-84A8-480A07AE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  接入全流程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46D82-8843-4C8B-9AD0-916B77D3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需求到交付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逐阶段接入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保持原流程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96445-7A8B-4F5A-8D10-A0C3BFD3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81785-4386-4852-9769-39529763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764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4  对照验收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7DC16-0425-4AD1-8E7A-CD6D116B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147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阶段指标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端到端指标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形成推广决策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B30B0-0519-477D-AFC7-C63154A3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763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AFFFB"/>
          </a:solidFill>
          <a:ln xmlns:a="http://schemas.openxmlformats.org/drawingml/2006/main" w="9525">
            <a:solidFill>
              <a:srgbClr val="64CC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1785B-7498-4078-B3AE-43B9AFD4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42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完成标准：一个项目从需求到交付全部可用，而不是某个阶段演示成功。</a:t>
            </a:r>
          </a:p>
        </p:txBody>
      </p:sp>
    </p:spTree>
    <p:extLst>
      <p:ext uri="{BB962C8B-B14F-4D97-AF65-F5344CB8AC3E}">
        <p14:creationId xmlns:p14="http://schemas.microsoft.com/office/powerpoint/2010/main" val="2003444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28C48-C19A-4ABF-9594-C73774A5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明天你要做的，不是讲代码，而是确认五件事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C49FA-1E91-4CAA-AE0C-866F5302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FAB42-C9FC-474C-87E2-052A570A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95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B7CEE-BA3F-4515-ABC9-2062A74D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95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E43A7-955C-4FF3-8196-2E48A3C6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确定第一个试点项目和业务负责人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E5017-A8C8-458D-8A70-79C2A926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71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49268-73FF-4CAE-B88C-47BDBFAE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71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F156F-3DEC-4826-B6A2-45F5ED6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指定系统架构师：谁对知识正确性签字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4ED1D-1876-472B-819F-FFB640F5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48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B9B99-0C01-47EA-B138-0C47BAF0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480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CA62E-8B07-4258-A579-2AB34364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确认完整流程范围：需求到交付一个都不能少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ADD2F-8068-48AB-B007-59C1D97B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24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4C638-9230-4933-A1FD-4AA3C1B9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243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99865-C1DB-4576-8069-D6E9C497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向Workspace团队索取问答APP真实API与脱敏样例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D6436-9BA6-4201-B2E2-8976386E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EECA8-FAB5-4DF2-818C-B84C8F17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ED983-91B9-4BD5-8A56-B80DF4D8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向cx-aicode团队索取最新版代码和OpenCode工具接入方式</a:t>
            </a:r>
          </a:p>
        </p:txBody>
      </p:sp>
    </p:spTree>
    <p:extLst>
      <p:ext uri="{BB962C8B-B14F-4D97-AF65-F5344CB8AC3E}">
        <p14:creationId xmlns:p14="http://schemas.microsoft.com/office/powerpoint/2010/main" val="2048602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A098C-A17E-4EEF-89C9-1FD3B2ED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面向业务，可以这样介绍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3577E-EBB6-43ED-A2F0-EE97EADF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29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DD7EE-325D-46A8-8404-57A5EFBC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07632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C7D4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1A9FC-9649-43A9-9952-8260AA28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01155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“我们不是让大家再维护一套文档，也不是让AI随便搜索资料。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Workspace会保存经过负责人确认、带版本的系统知识。cx-aicode在需求、设计、开发、审查和测试时，会按当前任务主动查询这些知识。这样AI不仅会写代码，还知道本系统的业务规则。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我们先选一个项目跑通完整流程，确认确实减少遗漏、返工和错误，再复制到其他系统。”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2F36C-BBC4-49F4-8580-4364ADED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85C5C"/>
                </a:solidFill>
                <a:latin typeface="Microsoft YaHei"/>
                <a:ea typeface="Microsoft YaHei"/>
                <a:cs typeface="Microsoft YaHei"/>
              </a:rPr>
              <a:t>避免使用：向量库、Chunk、Top-K、MCP、Agent编排细节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84118-B9DE-43BD-ADBF-3239411A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业务只需要理解：可信知识 → 全流程使用 → 效果可证明</a:t>
            </a:r>
          </a:p>
        </p:txBody>
      </p:sp>
    </p:spTree>
    <p:extLst>
      <p:ext uri="{BB962C8B-B14F-4D97-AF65-F5344CB8AC3E}">
        <p14:creationId xmlns:p14="http://schemas.microsoft.com/office/powerpoint/2010/main" val="18985369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AE5B9-D02B-4514-AB52-29149ED3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明天会议的目标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1E122-6DE4-4A1C-8AED-BF2DAB51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9715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不是批准所有技术细节，</a:t>
            </a:r>
          </a:p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而是让一个项目真正启动。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57200" y="32385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4CCC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D08FF-010E-4A0F-B3C3-F73F0684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会议结束前应明确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D8237-2467-43AD-B604-9E41BAF3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试点项目  ·  知识负责人  ·  Workspace接口负责人  ·  cx-aicode代码负责人  ·  下一次技术核验时间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E72C1-AD40-437C-A369-4A87FF07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0763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AFFFB"/>
          </a:solidFill>
          <a:ln xmlns:a="http://schemas.openxmlformats.org/drawingml/2006/main" w="9525">
            <a:solidFill>
              <a:srgbClr val="64CC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87BD9-1861-452C-A004-19C69DB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1034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决策原则：一个项目先行，完整流程交付，数据证明后推广。</a:t>
            </a:r>
          </a:p>
        </p:txBody>
      </p:sp>
    </p:spTree>
    <p:extLst>
      <p:ext uri="{BB962C8B-B14F-4D97-AF65-F5344CB8AC3E}">
        <p14:creationId xmlns:p14="http://schemas.microsoft.com/office/powerpoint/2010/main" val="744383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2026-07-29T17:11:25.5030000Z</dcterms:created>
  <dcterms:modified xsi:type="dcterms:W3CDTF">2026-07-29T17:11:25.5030000Z</dcterms:modified>
</coreProperties>
</file>